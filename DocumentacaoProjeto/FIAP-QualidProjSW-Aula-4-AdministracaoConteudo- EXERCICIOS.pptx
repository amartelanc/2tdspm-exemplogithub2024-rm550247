
<file path=[Content_Types].xml><?xml version="1.0" encoding="utf-8"?>
<Types xmlns="http://schemas.openxmlformats.org/package/2006/content-types"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51" r:id="rId2"/>
    <p:sldId id="599" r:id="rId3"/>
    <p:sldId id="600" r:id="rId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339933"/>
    <a:srgbClr val="5DD5FF"/>
    <a:srgbClr val="008000"/>
    <a:srgbClr val="990000"/>
    <a:srgbClr val="003A1A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 varScale="1">
        <p:scale>
          <a:sx n="101" d="100"/>
          <a:sy n="101" d="100"/>
        </p:scale>
        <p:origin x="29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279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3B0A653-6A42-EDB2-DC70-46D2A70D5F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D8F4A8C-AF4E-500B-C57A-7F4DF4436B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77565-27DA-4165-A15C-AFF4314E7084}" type="datetimeFigureOut">
              <a:rPr lang="pt-BR" smtClean="0"/>
              <a:t>06/03/2024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CD33A2-25E0-37F9-D7B2-7C238D5285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FD618F1-3D82-A1A5-E59A-566E90BFB3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441B9-E307-45F0-B6FF-00313ED2A7C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0032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4C934-FEA0-426E-B081-61FE807EA637}" type="datetimeFigureOut">
              <a:rPr lang="pt-BR" smtClean="0"/>
              <a:t>06/03/2024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DE88B-C5FB-4190-8CD8-D803F1201C5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9188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92442"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 defTabSz="892442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 defTabSz="892442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 defTabSz="892442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 defTabSz="892442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69E39C6-2BB3-417A-9157-04F5E7B7DC5B}" type="slidenum">
              <a:rPr lang="pt-BR" altLang="pt-BR" sz="1200"/>
              <a:pPr/>
              <a:t>2</a:t>
            </a:fld>
            <a:endParaRPr lang="pt-BR" altLang="pt-BR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2939"/>
            <a:ext cx="5030018" cy="4116005"/>
          </a:xfrm>
          <a:noFill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92442"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 defTabSz="892442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 defTabSz="892442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 defTabSz="892442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 defTabSz="892442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69E39C6-2BB3-417A-9157-04F5E7B7DC5B}" type="slidenum">
              <a:rPr lang="pt-BR" altLang="pt-BR" sz="1200"/>
              <a:pPr/>
              <a:t>3</a:t>
            </a:fld>
            <a:endParaRPr lang="pt-BR" altLang="pt-BR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2939"/>
            <a:ext cx="5030018" cy="4116005"/>
          </a:xfrm>
          <a:noFill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C4B140-6DEB-45EB-A5FE-2FE213A19AB6}" type="datetimeFigureOut">
              <a:rPr lang="pt-BR" smtClean="0"/>
              <a:t>06/03/2024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BC5D9AF-0A3A-46C6-9823-3468E6F7B9B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7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C4B140-6DEB-45EB-A5FE-2FE213A19AB6}" type="datetimeFigureOut">
              <a:rPr lang="pt-BR" smtClean="0"/>
              <a:t>06/03/2024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BC5D9AF-0A3A-46C6-9823-3468E6F7B9B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2847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C4B140-6DEB-45EB-A5FE-2FE213A19AB6}" type="datetimeFigureOut">
              <a:rPr lang="pt-BR" smtClean="0"/>
              <a:t>06/03/2024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BC5D9AF-0A3A-46C6-9823-3468E6F7B9B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330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C4B140-6DEB-45EB-A5FE-2FE213A19AB6}" type="datetimeFigureOut">
              <a:rPr lang="pt-BR" smtClean="0"/>
              <a:t>06/03/2024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BC5D9AF-0A3A-46C6-9823-3468E6F7B9B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04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C4B140-6DEB-45EB-A5FE-2FE213A19AB6}" type="datetimeFigureOut">
              <a:rPr lang="pt-BR" smtClean="0"/>
              <a:t>06/03/2024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BC5D9AF-0A3A-46C6-9823-3468E6F7B9B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235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C4B140-6DEB-45EB-A5FE-2FE213A19AB6}" type="datetimeFigureOut">
              <a:rPr lang="pt-BR" smtClean="0"/>
              <a:t>06/03/2024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BC5D9AF-0A3A-46C6-9823-3468E6F7B9B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85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C4B140-6DEB-45EB-A5FE-2FE213A19AB6}" type="datetimeFigureOut">
              <a:rPr lang="pt-BR" smtClean="0"/>
              <a:t>06/03/2024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BC5D9AF-0A3A-46C6-9823-3468E6F7B9B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00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C4B140-6DEB-45EB-A5FE-2FE213A19AB6}" type="datetimeFigureOut">
              <a:rPr lang="pt-BR" smtClean="0"/>
              <a:t>06/03/2024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BC5D9AF-0A3A-46C6-9823-3468E6F7B9B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22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C4B140-6DEB-45EB-A5FE-2FE213A19AB6}" type="datetimeFigureOut">
              <a:rPr lang="pt-BR" smtClean="0"/>
              <a:t>06/03/2024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BC5D9AF-0A3A-46C6-9823-3468E6F7B9B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404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C4B140-6DEB-45EB-A5FE-2FE213A19AB6}" type="datetimeFigureOut">
              <a:rPr lang="pt-BR" smtClean="0"/>
              <a:t>06/03/2024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BC5D9AF-0A3A-46C6-9823-3468E6F7B9B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8449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C4B140-6DEB-45EB-A5FE-2FE213A19AB6}" type="datetimeFigureOut">
              <a:rPr lang="pt-BR" smtClean="0"/>
              <a:t>06/03/2024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BC5D9AF-0A3A-46C6-9823-3468E6F7B9B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8003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9BAA9B-BD8B-47B1-B50F-9B043A5E6E7E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56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m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tm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Recorte de Tel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7" y="871"/>
            <a:ext cx="1876687" cy="543001"/>
          </a:xfrm>
          <a:prstGeom prst="rect">
            <a:avLst/>
          </a:prstGeom>
        </p:spPr>
      </p:pic>
      <p:pic>
        <p:nvPicPr>
          <p:cNvPr id="14" name="Imagem 13" descr="Recorte de Tela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42847"/>
            <a:ext cx="9144000" cy="215153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1979712" y="0"/>
            <a:ext cx="7129279" cy="5438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baseline="0" dirty="0">
                <a:solidFill>
                  <a:schemeClr val="tx1"/>
                </a:solidFill>
              </a:rPr>
              <a:t>GOVERNANÇA E QUALIDADE DE SOFTWARE</a:t>
            </a:r>
            <a:endParaRPr lang="pt-BR" sz="2400" b="1" dirty="0">
              <a:solidFill>
                <a:schemeClr val="tx1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6300191" y="6705364"/>
            <a:ext cx="2808799" cy="108012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</a:rPr>
              <a:t>Prof. Renato Jardim Parducci</a:t>
            </a:r>
          </a:p>
        </p:txBody>
      </p:sp>
    </p:spTree>
    <p:extLst>
      <p:ext uri="{BB962C8B-B14F-4D97-AF65-F5344CB8AC3E}">
        <p14:creationId xmlns:p14="http://schemas.microsoft.com/office/powerpoint/2010/main" val="1138645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de cantos arredondados 12"/>
          <p:cNvSpPr/>
          <p:nvPr/>
        </p:nvSpPr>
        <p:spPr>
          <a:xfrm>
            <a:off x="683568" y="2552834"/>
            <a:ext cx="7704856" cy="130821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755576" y="2721694"/>
            <a:ext cx="7488832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</a:rPr>
              <a:t>Lista de exercícios e atividades complementares - </a:t>
            </a:r>
            <a:r>
              <a:rPr lang="pt-BR" sz="1800" dirty="0">
                <a:latin typeface="Calibri" panose="020F0502020204030204" pitchFamily="34" charset="0"/>
              </a:rPr>
              <a:t>AULA: </a:t>
            </a:r>
          </a:p>
          <a:p>
            <a:r>
              <a:rPr lang="pt-BR" b="1" dirty="0">
                <a:latin typeface="Calibri" panose="020F0502020204030204" pitchFamily="34" charset="0"/>
              </a:rPr>
              <a:t>4 </a:t>
            </a:r>
            <a:r>
              <a:rPr lang="pt-BR" sz="1800" b="1">
                <a:latin typeface="Calibri" panose="020F0502020204030204" pitchFamily="34" charset="0"/>
              </a:rPr>
              <a:t>– GERENCIAMENTO DO CONTEÚDO SOBRE REGRAS DE TRABALHO E RESULTADOS DE PROJETOS DE SOFTWARE</a:t>
            </a:r>
            <a:endParaRPr lang="pt-BR" b="1" dirty="0">
              <a:latin typeface="Calibri" panose="020F0502020204030204" pitchFamily="34" charset="0"/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683568" y="4293096"/>
            <a:ext cx="7704856" cy="144016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753249" y="4510861"/>
            <a:ext cx="2954655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Calibri" panose="020F0502020204030204" pitchFamily="34" charset="0"/>
              </a:rPr>
              <a:t>PROFESSOR: </a:t>
            </a:r>
          </a:p>
          <a:p>
            <a:r>
              <a:rPr lang="pt-BR" sz="1800" b="1" dirty="0">
                <a:latin typeface="Calibri" panose="020F0502020204030204" pitchFamily="34" charset="0"/>
              </a:rPr>
              <a:t>RENATO JARDIM PARDUCCI	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720276" y="5301208"/>
            <a:ext cx="306487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400" dirty="0"/>
              <a:t>PROFRENATO.PARDUCCI@FIAP.COM.BR</a:t>
            </a: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683568" y="908721"/>
            <a:ext cx="7704856" cy="122413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735997" y="1052736"/>
            <a:ext cx="5054717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800" dirty="0">
                <a:latin typeface="Calibri" panose="020F0502020204030204" pitchFamily="34" charset="0"/>
              </a:rPr>
              <a:t>DISCIPLINA:   </a:t>
            </a:r>
            <a:r>
              <a:rPr lang="pt-BR" b="1" dirty="0"/>
              <a:t>COMPLIANCE &amp; QUALITY ASSURANCE</a:t>
            </a:r>
          </a:p>
          <a:p>
            <a:endParaRPr lang="pt-BR" b="1" dirty="0"/>
          </a:p>
          <a:p>
            <a:r>
              <a:rPr lang="pt-BR" b="1" dirty="0">
                <a:highlight>
                  <a:srgbClr val="FFFF00"/>
                </a:highlight>
              </a:rPr>
              <a:t>AULA DE </a:t>
            </a:r>
            <a:r>
              <a:rPr lang="pt-BR" b="1">
                <a:highlight>
                  <a:srgbClr val="FFFF00"/>
                </a:highlight>
              </a:rPr>
              <a:t>GIT – Passo 1</a:t>
            </a:r>
            <a:endParaRPr lang="pt-BR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55303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tângulo de cantos arredondados 1"/>
          <p:cNvSpPr>
            <a:spLocks noChangeArrowheads="1"/>
          </p:cNvSpPr>
          <p:nvPr/>
        </p:nvSpPr>
        <p:spPr bwMode="auto">
          <a:xfrm>
            <a:off x="2268538" y="2908300"/>
            <a:ext cx="4895850" cy="2033588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pt-BR" altLang="pt-BR" b="1" dirty="0">
                <a:solidFill>
                  <a:schemeClr val="bg1"/>
                </a:solidFill>
              </a:rPr>
              <a:t>ATIVIDADES COMPLEMENTARES</a:t>
            </a:r>
          </a:p>
        </p:txBody>
      </p:sp>
    </p:spTree>
    <p:extLst>
      <p:ext uri="{BB962C8B-B14F-4D97-AF65-F5344CB8AC3E}">
        <p14:creationId xmlns:p14="http://schemas.microsoft.com/office/powerpoint/2010/main" val="3844544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23528" y="861204"/>
            <a:ext cx="85689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Tente reproduzir os seguintes passos para operar o  GIT HUB: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1º) Selecione um conjunto de arquivos  nos diretórios do seu computador para administrar com GIT HUB.  Busque um arquivo fonte SQL, um JAVA e um .DOC.</a:t>
            </a:r>
          </a:p>
          <a:p>
            <a:r>
              <a:rPr lang="pt-BR" dirty="0">
                <a:solidFill>
                  <a:schemeClr val="bg1"/>
                </a:solidFill>
              </a:rPr>
              <a:t>2º) Crie um projeto no GIT HUB com pastas separadas para fontes de aplicação e para documentos auxiliares.</a:t>
            </a:r>
          </a:p>
          <a:p>
            <a:r>
              <a:rPr lang="pt-BR" dirty="0">
                <a:solidFill>
                  <a:schemeClr val="bg1"/>
                </a:solidFill>
              </a:rPr>
              <a:t>3º) Suba o .DOC na área de documentos auxiliares e os outros arquivos na área de fontes de aplicação, usando uma </a:t>
            </a:r>
            <a:r>
              <a:rPr lang="pt-BR" dirty="0" err="1">
                <a:solidFill>
                  <a:schemeClr val="bg1"/>
                </a:solidFill>
              </a:rPr>
              <a:t>Branch</a:t>
            </a:r>
            <a:r>
              <a:rPr lang="pt-BR" dirty="0">
                <a:solidFill>
                  <a:schemeClr val="bg1"/>
                </a:solidFill>
              </a:rPr>
              <a:t> de manutenção</a:t>
            </a:r>
          </a:p>
          <a:p>
            <a:r>
              <a:rPr lang="pt-BR" dirty="0">
                <a:solidFill>
                  <a:schemeClr val="bg1"/>
                </a:solidFill>
              </a:rPr>
              <a:t>4º)  Abra o arquivo .SQL, edite, aprove e republique na Master. Repita o processo com o .JAVA.</a:t>
            </a:r>
          </a:p>
          <a:p>
            <a:r>
              <a:rPr lang="pt-BR" dirty="0">
                <a:solidFill>
                  <a:schemeClr val="bg1"/>
                </a:solidFill>
              </a:rPr>
              <a:t>5º) Faça download do .DOC para manutenção, usando uma </a:t>
            </a:r>
            <a:r>
              <a:rPr lang="pt-BR" dirty="0" err="1">
                <a:solidFill>
                  <a:schemeClr val="bg1"/>
                </a:solidFill>
              </a:rPr>
              <a:t>Branch</a:t>
            </a:r>
            <a:r>
              <a:rPr lang="pt-BR" dirty="0">
                <a:solidFill>
                  <a:schemeClr val="bg1"/>
                </a:solidFill>
              </a:rPr>
              <a:t>. Edite o arquivo usando o MS-Word e devolva ao GIT por upload.</a:t>
            </a:r>
          </a:p>
          <a:p>
            <a:r>
              <a:rPr lang="pt-BR" dirty="0">
                <a:solidFill>
                  <a:schemeClr val="bg1"/>
                </a:solidFill>
              </a:rPr>
              <a:t>6º) Confira o histórico de versões dos arquivos.</a:t>
            </a:r>
          </a:p>
          <a:p>
            <a:r>
              <a:rPr lang="pt-BR" dirty="0">
                <a:solidFill>
                  <a:schemeClr val="bg1"/>
                </a:solidFill>
              </a:rPr>
              <a:t>7º) Recupere a versão anterior do .SQL.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Tire suas dúvidas com o professor.</a:t>
            </a:r>
          </a:p>
        </p:txBody>
      </p:sp>
    </p:spTree>
    <p:extLst>
      <p:ext uri="{BB962C8B-B14F-4D97-AF65-F5344CB8AC3E}">
        <p14:creationId xmlns:p14="http://schemas.microsoft.com/office/powerpoint/2010/main" val="4694881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On-screen Show (4:3)</PresentationFormat>
  <Paragraphs>22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Tema do Office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Renato</dc:creator>
  <cp:lastModifiedBy>Logon Aluno</cp:lastModifiedBy>
  <cp:revision>600</cp:revision>
  <cp:lastPrinted>2014-02-05T13:48:47Z</cp:lastPrinted>
  <dcterms:created xsi:type="dcterms:W3CDTF">2013-08-12T12:40:06Z</dcterms:created>
  <dcterms:modified xsi:type="dcterms:W3CDTF">2024-03-06T14:48:50Z</dcterms:modified>
</cp:coreProperties>
</file>